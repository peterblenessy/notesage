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Sz cx="12192000" cy="6858000" type="custom"/>
  <p:sldIdLst>
    <p:sldId id="256" r:id="rId2"/>
    <p:sldId id="257" r:id="rId3"/>
    <p:sldId id="258" r:id="rId4"/>
  </p:sldIdLst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theme" Target="theme/theme1.xml"/>
</Relationships>
</file>

<file path=ppt/charts/chart1.xml><?xml version="1.0" encoding="utf-8"?>
<c:chartSpace xmlns:c="http://schemas.openxmlformats.org/drawingml/2006/chart" xmlns:a="http://schemas.openxmlformats.org/drawingml/2006/main">
  <c:chart>
    <c:plotArea>
      <c:barChart>
        <c:ser>
          <c:idx val="0"/>
          <c:tx>
            <c:strRe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numCache>
                <c:ptCount val="3"/>
                <c:pt idx="0">
                  <c:v>100</c:v>
                </c:pt>
                <c:pt idx="1">
                  <c:v>200</c:v>
                </c:pt>
                <c:pt idx="2">
                  <c:v>150</c:v>
                </c:pt>
              </c:numCache>
            </c:numRef>
          </c:val>
        </c:ser>
        <c:ser>
          <c:idx val="1"/>
          <c:tx>
            <c:strRef>
              <c:strCache>
                <c:ptCount val="1"/>
                <c:pt idx="0">
                  <c:v>Profit</c:v>
                </c:pt>
              </c:strCache>
            </c:strRef>
          </c:tx>
          <c:val>
            <c:numRef>
              <c:numCache>
                <c:ptCount val="3"/>
                <c:pt idx="0">
                  <c:v>50</c:v>
                </c:pt>
                <c:pt idx="1">
                  <c:v>80</c:v>
                </c:pt>
                <c:pt idx="2">
                  <c:v>60</c:v>
                </c:pt>
              </c:numCache>
            </c:numRef>
          </c:val>
        </c:ser>
      </c:barChart>
    </c:plotArea>
  </c:chart>
</c:chartSpace>
</file>

<file path=ppt/notesSlides/notesSlide2.xml><?xml version="1.0" encoding="utf-8"?>
<p:notes xmlns:p="http://schemas.openxmlformats.org/presentationml/2006/main" xmlns:a="http://schemas.openxmlformats.org/drawingml/2006/main">
  <p:cSld>
    <p:spTree>
      <p:sp>
        <p:nvSpPr>
          <p:cNvPr id="1" name="Notes"/>
          <p:cNvSpPr/>
          <p:nvPr>
            <p:ph type="body"/>
          </p:nvPr>
        </p:nvSpPr>
        <p:spPr/>
        <p:txBody>
          <a:p>
            <a:r>
              <a:t>These are speaker notes for slide 2</a:t>
            </a:r>
          </a:p>
          <a:p>
            <a:r>
              <a:t>Second line of notes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
</Relationships>
</file>

<file path=ppt/slides/_rels/slide2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1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2" Type="http://schemas.openxmlformats.org/officeDocument/2006/relationships/chart" Target="../charts/char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>
          <a:gsLst>
            <a:gs pos="0">
              <a:srgbClr val="1a2b5c"/>
            </a:gs>
            <a:gs pos="50000">
              <a:srgbClr val="3d6cb9"/>
            </a:gs>
            <a:gs pos="100000">
              <a:srgbClr val="7eb8da"/>
            </a:gs>
          </a:gsLst>
          <a:lin ang="5400000" scaled="1"/>
        </a:gradFill>
      </p:bgPr>
    </p:bg>
    <p:spTree>
      <p:sp>
        <p:spPr>
          <a:xfrm>
            <a:off x="457200" y="274638"/>
            <a:ext cx="8229600" cy="1143000"/>
          </a:xfrm>
        </p:spPr>
        <p:txBody>
          <a:p>
            <a:pPr algn="ctr"/>
            <a:r>
              <a:rPr lang="en-US" sz="4400" b="1">
                <a:solidFill>
                  <a:srgbClr val="FFFFFF"/>
                </a:solidFill>
                <a:latin typeface="Arial"/>
              </a:rPr>
              <a:t>Test Presentation Title</a:t>
            </a:r>
          </a:p>
        </p:txBody>
      </p:sp>
      <p:sp>
        <p:spPr>
          <a:xfrm>
            <a:off x="457200" y="1600200"/>
            <a:ext cx="8229600" cy="4525963"/>
          </a:xfrm>
        </p:spPr>
        <p:txBody>
          <a:p>
            <a:pPr>
              <a:buChar char="•"/>
            </a:pPr>
            <a:r>
              <a:rPr lang="en-US" sz="2400" i="1">
                <a:solidFill>
                  <a:srgbClr val="FFFFFF"/>
                </a:solidFill>
              </a:rPr>
              <a:t>Bullet item one</a:t>
            </a:r>
          </a:p>
          <a:p>
            <a:pPr>
              <a:buChar char="•"/>
            </a:pPr>
            <a:r>
              <a:rPr lang="en-US" sz="2400" u="sng">
                <a:solidFill>
                  <a:srgbClr val="FFFFFF"/>
                </a:solidFill>
              </a:rPr>
              <a:t>Bullet item two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pic>
        <p:nvPicPr>
          <p:cNvPr id="4" name="Picture 1"/>
          <p:cNvPicPr/>
          <p:nvPr/>
        </p:nvPicPr>
        <p:blipFill>
          <a:blip r:embed="rId2"/>
        </p:blipFill>
        <p:spPr>
          <a:xfrm>
            <a:off x="914400" y="914400"/>
            <a:ext cx="4572000" cy="3429000"/>
          </a:xfrm>
        </p:spPr>
      </p:pic>
      <p:graphicFrame>
        <p:nvGraphicFramePr>
          <p:cNvPr id="5" name="Table 1"/>
          <p:cNvGraphicFramePr/>
          <p:nvPr/>
        </p:nvGraphicFramePr>
        <p:xfrm>
          <a:off x="6096000" y="914400"/>
          <a:ext cx="5486400" cy="2743200"/>
        </p:xfrm>
        <a:graphic>
          <a:graphicData uri="http://schemas.openxmlformats.org/drawingml/2006/table">
            <a:tbl>
              <a:tblGrid>
                <a:gridCol w="2743200"/>
                <a:gridCol w="2743200"/>
              </a:tblGrid>
              <a:tr h="457200">
                <a:tc>
                  <a:txBody>
                    <a:p>
                      <a:r>
                        <a:rPr lang="en-US" b="1" sz="1600"/>
                        <a:t>Header A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p>
                      <a:r>
                        <a:rPr lang="en-US" b="1" sz="1600"/>
                        <a:t>Header B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57200">
                <a:tc gridSpan="2">
                  <a:txBody>
                    <a:p>
                      <a:r>
                        <a:rPr lang="en-US" sz="1400"/>
                        <a:t>Merged cell</a:t>
                      </a:r>
                    </a:p>
                  </a:txBody>
                </a:tc>
                <a:tc hMerge="1">
                  <a:txBody>
                    <a:p/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graphicFrame>
        <p:nvGraphicFramePr>
          <p:cNvPr id="6" name="Chart 1"/>
          <p:cNvGraphicFramePr/>
          <p:nvPr/>
        </p:nvGraphicFramePr>
        <p:xfrm>
          <a:off x="914400" y="914400"/>
          <a:ext cx="9144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</p:sld>
</file>

<file path=ppt/theme/theme1.xml><?xml version="1.0" encoding="utf-8"?>
<a:theme xmlns:a="http://schemas.openxmlformats.org/drawingml/2006/main" name="TestTheme">
  <a:themeElements>
    <a:clrScheme name="Custom">
      <a:dk1>
        <a:srgbClr val="1A1A1A"/>
      </a:dk1>
      <a:lt1>
        <a:srgbClr val="FFFFFF"/>
      </a:lt1>
      <a:dk2>
        <a:srgbClr val="333333"/>
      </a:dk2>
      <a:lt2>
        <a:srgbClr val="F0F0F0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st">
      <a:majorFont>
        <a:latin typeface="Arial"/>
      </a:majorFont>
      <a:minorFont>
        <a:latin typeface="Calibri"/>
      </a:minorFont>
    </a:fontScheme>
  </a:themeElements>
</a:theme>
</file>